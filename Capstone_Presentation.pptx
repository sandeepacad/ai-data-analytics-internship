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Fashion</c:v>
                  </c:pt>
                  <c:pt idx="2">
                    <c:v>Home</c:v>
                  </c:pt>
                  <c:pt idx="3">
                    <c:v>Fitness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33135</c:v>
                </c:pt>
                <c:pt idx="1">
                  <c:v>24040</c:v>
                </c:pt>
                <c:pt idx="2">
                  <c:v>20880</c:v>
                </c:pt>
                <c:pt idx="3">
                  <c:v>15620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Monthly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21340</c:v>
                </c:pt>
                <c:pt idx="1">
                  <c:v>18675</c:v>
                </c:pt>
                <c:pt idx="2">
                  <c:v>19555</c:v>
                </c:pt>
                <c:pt idx="3">
                  <c:v>16705</c:v>
                </c:pt>
                <c:pt idx="4">
                  <c:v>17400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basic prompt and one improved prompt side by side and compare accuracy, detail and usefulness.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Business Analytics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Project: Online Retail Sales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Excel  |  ChatGPT / Copilot  |  PowerPoint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online retail company wants to improve performance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have slightly decreased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products sell much better than others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campaigns give different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needs improvement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310896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716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 data analysis and AI tools to find what is working, what is not, and what to do next.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Analysis: Key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Watch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20,400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28016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total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8016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Month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21,340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20240" cy="2103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28016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Region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across 40 records (8 products, Jan–May): 93,675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&amp; Findings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earns the most; Fitness earns the least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fell about 18% from January to May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03504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Sales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00584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top product, category, month and region.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603504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1907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Product Performance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1907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products; suggest action for the 2 weakest.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8229600" cy="603504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3230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Monthly Trend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32304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Jan–May trend and likely causes.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8229600" cy="603504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45536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Customer Feedback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1455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reviews; list top 3 complaints.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603504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5876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Recommendation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8587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3 ways to increase sales with impact and effort.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&amp; Data Privacy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cannot predict sales with complete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make mistakes or invent numbers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must check results before acting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173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names, emails, phone numbers, addresses or payment details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or mask personal data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anonymous IDs like Customer_101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Electronics (Smart Watch, Earbuds) with bundles and ads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sales drop: run monthly offers and email campaigns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South and East regions with local promotions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weak products (Table Lamp, Yoga Mat): discount or replace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retention with loyalty points and follow-up emails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Electronics, the North region and the Smart Watch lead sales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slowly declining, so action is needed now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speeds up analysis, but humans must verify results and protect customer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Business Analytics</dc:title>
  <dc:subject>PptxGenJS Presentation</dc:subject>
  <dc:creator>PptxGenJS</dc:creator>
  <cp:lastModifiedBy>PptxGenJS</cp:lastModifiedBy>
  <cp:revision>1</cp:revision>
  <dcterms:created xsi:type="dcterms:W3CDTF">2026-10-20T15:04:44Z</dcterms:created>
  <dcterms:modified xsi:type="dcterms:W3CDTF">2026-10-20T15:04:44Z</dcterms:modified>
</cp:coreProperties>
</file>